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Project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Reproduce official Diffusion Policy Push-T</a:t>
            </a:r>
          </a:p>
          <a:p>
            <a:pPr>
              <a:spcAft>
                <a:spcPts val="800"/>
              </a:spcAft>
              <a:defRPr sz="1800"/>
            </a:pPr>
            <a:r>
              <a:t>Implement inference-time DDIM sampler replacement</a:t>
            </a:r>
          </a:p>
          <a:p>
            <a:pPr>
              <a:spcAft>
                <a:spcPts val="800"/>
              </a:spcAft>
              <a:defRPr sz="1800"/>
            </a:pPr>
            <a:r>
              <a:t>Evaluate on official checkpoint rollouts</a:t>
            </a:r>
          </a:p>
          <a:p>
            <a:pPr>
              <a:spcAft>
                <a:spcPts val="800"/>
              </a:spcAft>
              <a:defRPr sz="1800"/>
            </a:pPr>
            <a:r>
              <a:t>Keep claim bounded and matched-seed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Official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Official source and checkpoint loaded</a:t>
            </a:r>
          </a:p>
          <a:p>
            <a:pPr>
              <a:spcAft>
                <a:spcPts val="800"/>
              </a:spcAft>
              <a:defRPr sz="1800"/>
            </a:pPr>
            <a:r>
              <a:t>50-seed DDPM reproduction score: 0.9187</a:t>
            </a:r>
          </a:p>
          <a:p>
            <a:pPr>
              <a:spcAft>
                <a:spcPts val="800"/>
              </a:spcAft>
              <a:defRPr sz="1800"/>
            </a:pPr>
            <a:r>
              <a:t>Compatibility environment gap documented</a:t>
            </a:r>
          </a:p>
          <a:p>
            <a:pPr>
              <a:spcAft>
                <a:spcPts val="800"/>
              </a:spcAft>
              <a:defRPr sz="1800"/>
            </a:pPr>
            <a:r>
              <a:t>Baseline runner preserved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Improvement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Replace DDPM ancestral sampler with DDIM deterministic sampler</a:t>
            </a:r>
          </a:p>
          <a:p>
            <a:pPr>
              <a:spcAft>
                <a:spcPts val="800"/>
              </a:spcAft>
              <a:defRPr sz="1800"/>
            </a:pPr>
            <a:r>
              <a:t>No retraining and no model weight changes</a:t>
            </a:r>
          </a:p>
          <a:p>
            <a:pPr>
              <a:spcAft>
                <a:spcPts val="800"/>
              </a:spcAft>
              <a:defRPr sz="1800"/>
            </a:pPr>
            <a:r>
              <a:t>Same Push-T env, same seeds, same (k,h)</a:t>
            </a:r>
          </a:p>
          <a:p>
            <a:pPr>
              <a:spcAft>
                <a:spcPts val="800"/>
              </a:spcAft>
              <a:defRPr sz="1800"/>
            </a:pPr>
            <a:r>
              <a:t>Implemented in run_official_kh_grid.py --sampler ddim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(25,2): 0.155 -&gt; 0.900, success 0.000 -&gt; 0.800</a:t>
            </a:r>
          </a:p>
          <a:p>
            <a:pPr>
              <a:spcAft>
                <a:spcPts val="800"/>
              </a:spcAft>
              <a:defRPr sz="1800"/>
            </a:pPr>
            <a:r>
              <a:t>(50,4): 0.653 -&gt; 0.929, success 0.350 -&gt; 0.750</a:t>
            </a:r>
          </a:p>
          <a:p>
            <a:pPr>
              <a:spcAft>
                <a:spcPts val="800"/>
              </a:spcAft>
              <a:defRPr sz="1800"/>
            </a:pPr>
            <a:r>
              <a:t>(100,8): 0.949 -&gt; 0.900, DDPM remains strongest</a:t>
            </a:r>
          </a:p>
          <a:p>
            <a:pPr>
              <a:spcAft>
                <a:spcPts val="800"/>
              </a:spcAft>
              <a:defRPr sz="1800"/>
            </a:pPr>
            <a:r>
              <a:t>DDIM improves low/mid-denoising frontier</a:t>
            </a:r>
          </a:p>
        </p:txBody>
      </p:sp>
      <p:pic>
        <p:nvPicPr>
          <p:cNvPr id="4" name="Picture 3" descr="official_sampl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5486400" cy="2215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Statistical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20 matched official Push-T seeds</a:t>
            </a:r>
          </a:p>
          <a:p>
            <a:pPr>
              <a:spcAft>
                <a:spcPts val="800"/>
              </a:spcAft>
              <a:defRPr sz="1800"/>
            </a:pPr>
            <a:r>
              <a:t>Paired bootstrap CI positive for (25,2) and (50,4)</a:t>
            </a:r>
          </a:p>
          <a:p>
            <a:pPr>
              <a:spcAft>
                <a:spcPts val="800"/>
              </a:spcAft>
              <a:defRPr sz="1800"/>
            </a:pPr>
            <a:r>
              <a:t>(100,8) CI includes zero and mean favors DDPM</a:t>
            </a:r>
          </a:p>
          <a:p>
            <a:pPr>
              <a:spcAft>
                <a:spcPts val="800"/>
              </a:spcAft>
              <a:defRPr sz="1800"/>
            </a:pPr>
            <a:r>
              <a:t>No universal dominance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Claim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This is not a new sampler algorithm</a:t>
            </a:r>
          </a:p>
          <a:p>
            <a:pPr>
              <a:spcAft>
                <a:spcPts val="800"/>
              </a:spcAft>
              <a:defRPr sz="1800"/>
            </a:pPr>
            <a:r>
              <a:t>DDIM is known prior work</a:t>
            </a:r>
          </a:p>
          <a:p>
            <a:pPr>
              <a:spcAft>
                <a:spcPts val="800"/>
              </a:spcAft>
              <a:defRPr sz="1800"/>
            </a:pPr>
            <a:r>
              <a:t>Contribution: application and validation on official checkpoint</a:t>
            </a:r>
          </a:p>
          <a:p>
            <a:pPr>
              <a:spcAft>
                <a:spcPts val="800"/>
              </a:spcAft>
              <a:defRPr sz="1800"/>
            </a:pPr>
            <a:r>
              <a:t>Surrogate scheduler is not headline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Only three official (k,h) settings for DDIM</a:t>
            </a:r>
          </a:p>
          <a:p>
            <a:pPr>
              <a:spcAft>
                <a:spcPts val="800"/>
              </a:spcAft>
              <a:defRPr sz="1800"/>
            </a:pPr>
            <a:r>
              <a:t>Wall-clock latency not separately benchmarked</a:t>
            </a:r>
          </a:p>
          <a:p>
            <a:pPr>
              <a:spcAft>
                <a:spcPts val="800"/>
              </a:spcAft>
              <a:defRPr sz="1800"/>
            </a:pPr>
            <a:r>
              <a:t>Original environment differs from compatibility container</a:t>
            </a:r>
          </a:p>
          <a:p>
            <a:pPr>
              <a:spcAft>
                <a:spcPts val="800"/>
              </a:spcAft>
              <a:defRPr sz="1800"/>
            </a:pPr>
            <a:r>
              <a:t>Best high-denoising DDPM baseline remains strong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Final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DDIM sampler replacement is a real implemented improvement</a:t>
            </a:r>
          </a:p>
          <a:p>
            <a:pPr>
              <a:spcAft>
                <a:spcPts val="800"/>
              </a:spcAft>
              <a:defRPr sz="1800"/>
            </a:pPr>
            <a:r>
              <a:t>It directly improves official low/mid-denoising rollout performance</a:t>
            </a:r>
          </a:p>
          <a:p>
            <a:pPr>
              <a:spcAft>
                <a:spcPts val="800"/>
              </a:spcAft>
              <a:defRPr sz="1800"/>
            </a:pPr>
            <a:r>
              <a:t>The project now satisfies reproduction + improvement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