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Joint Compute-Control Budgeting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Iso-compute denoising and replanning for Diffusion Policy-style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Final project: reproduce a robotics paper and add an improvement idea</a:t>
            </a:r>
          </a:p>
          <a:p>
            <a:pPr>
              <a:spcAft>
                <a:spcPts val="800"/>
              </a:spcAft>
              <a:defRPr sz="1800"/>
            </a:pPr>
            <a:r>
              <a:t>Base paper: Diffusion Policy, RSS 2023</a:t>
            </a:r>
          </a:p>
          <a:p>
            <a:pPr>
              <a:spcAft>
                <a:spcPts val="800"/>
              </a:spcAft>
              <a:defRPr sz="1800"/>
            </a:pPr>
            <a:r>
              <a:t>Task: Push-T-style closed-loop contact 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Diffusion Policy is accurate but iterative denoising is expensive</a:t>
            </a:r>
          </a:p>
          <a:p>
            <a:pPr>
              <a:spcAft>
                <a:spcPts val="800"/>
              </a:spcAft>
              <a:defRPr sz="1800"/>
            </a:pPr>
            <a:r>
              <a:t>Replanning improves reactivity but increases policy calls</a:t>
            </a:r>
          </a:p>
          <a:p>
            <a:pPr>
              <a:spcAft>
                <a:spcPts val="800"/>
              </a:spcAft>
              <a:defRPr sz="1800"/>
            </a:pPr>
            <a:r>
              <a:t>Deployment needs a fixed per-step inference budget</a:t>
            </a:r>
          </a:p>
        </p:txBody>
      </p:sp>
      <p:pic>
        <p:nvPicPr>
          <p:cNvPr id="4" name="Picture 3" descr="pareto_score_co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3768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Key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Should compute be spent on larger k or smaller h?</a:t>
            </a:r>
          </a:p>
          <a:p>
            <a:pPr>
              <a:spcAft>
                <a:spcPts val="800"/>
              </a:spcAft>
              <a:defRPr sz="1800"/>
            </a:pPr>
            <a:r>
              <a:t>k: denoising steps per policy call</a:t>
            </a:r>
          </a:p>
          <a:p>
            <a:pPr>
              <a:spcAft>
                <a:spcPts val="800"/>
              </a:spcAft>
              <a:defRPr sz="1800"/>
            </a:pPr>
            <a:r>
              <a:t>h: executed controls before replanning</a:t>
            </a:r>
          </a:p>
          <a:p>
            <a:pPr>
              <a:spcAft>
                <a:spcPts val="800"/>
              </a:spcAft>
              <a:defRPr sz="1800"/>
            </a:pPr>
            <a:r>
              <a:t>B ~= k / h is the iso-compute budget</a:t>
            </a:r>
          </a:p>
        </p:txBody>
      </p:sp>
      <p:pic>
        <p:nvPicPr>
          <p:cNvPr id="4" name="Picture 3" descr="iso_compu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37688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Reproduction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Official source acquired via GitHub codeload archive</a:t>
            </a:r>
          </a:p>
          <a:p>
            <a:pPr>
              <a:spcAft>
                <a:spcPts val="800"/>
              </a:spcAft>
              <a:defRPr sz="1800"/>
            </a:pPr>
            <a:r>
              <a:t>Official Push-T checkpoint downloaded: 1044185793 bytes</a:t>
            </a:r>
          </a:p>
          <a:p>
            <a:pPr>
              <a:spcAft>
                <a:spcPts val="800"/>
              </a:spcAft>
              <a:defRPr sz="1800"/>
            </a:pPr>
            <a:r>
              <a:t>50-seed official runner score: 0.919</a:t>
            </a:r>
          </a:p>
          <a:p>
            <a:pPr>
              <a:spcAft>
                <a:spcPts val="800"/>
              </a:spcAft>
              <a:defRPr sz="1800"/>
            </a:pPr>
            <a:r>
              <a:t>Compatibility patches needed for Python 3.12 / Gym 0.26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LeRobot PushT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Model card 500-episode max reward: 0.955</a:t>
            </a:r>
          </a:p>
          <a:p>
            <a:pPr>
              <a:spcAft>
                <a:spcPts val="800"/>
              </a:spcAft>
              <a:defRPr sz="1800"/>
            </a:pPr>
            <a:r>
              <a:t>Model card success rate: 65.4%</a:t>
            </a:r>
          </a:p>
          <a:p>
            <a:pPr>
              <a:spcAft>
                <a:spcPts val="800"/>
              </a:spcAft>
              <a:defRPr sz="1800"/>
            </a:pPr>
            <a:r>
              <a:t>Local safetensors loads and runs in real gym-pusht</a:t>
            </a:r>
          </a:p>
          <a:p>
            <a:pPr>
              <a:spcAft>
                <a:spcPts val="800"/>
              </a:spcAft>
              <a:defRPr sz="1800"/>
            </a:pPr>
            <a:r>
              <a:t>Local smoke: max reward 0.627, 100 denoising steps</a:t>
            </a:r>
          </a:p>
          <a:p>
            <a:pPr>
              <a:spcAft>
                <a:spcPts val="800"/>
              </a:spcAft>
              <a:defRPr sz="1800"/>
            </a:pPr>
            <a:r>
              <a:t>Caveat: mirror file did not pass HF LFS SHA check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Static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Grid: k in {2,4,8,16}, h in {1,2,4,8}</a:t>
            </a:r>
          </a:p>
          <a:p>
            <a:pPr>
              <a:spcAft>
                <a:spcPts val="800"/>
              </a:spcAft>
              <a:defRPr sz="1800"/>
            </a:pPr>
            <a:r>
              <a:t>Contact-rich pushing makes equal-compute points behave differently</a:t>
            </a:r>
          </a:p>
          <a:p>
            <a:pPr>
              <a:spcAft>
                <a:spcPts val="800"/>
              </a:spcAft>
              <a:defRPr sz="1800"/>
            </a:pPr>
            <a:r>
              <a:t>The best fixed B=2 score point is (2,1)</a:t>
            </a:r>
          </a:p>
        </p:txBody>
      </p:sp>
      <p:pic>
        <p:nvPicPr>
          <p:cNvPr id="4" name="Picture 3" descr="kh_scor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4028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Joint Scheduler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Training-free rule on the B=2 frontier</a:t>
            </a:r>
          </a:p>
          <a:p>
            <a:pPr>
              <a:spcAft>
                <a:spcPts val="800"/>
              </a:spcAft>
              <a:defRPr sz="1800"/>
            </a:pPr>
            <a:r>
              <a:t>Use (4,2) for free-space approach and final alignment</a:t>
            </a:r>
          </a:p>
          <a:p>
            <a:pPr>
              <a:spcAft>
                <a:spcPts val="800"/>
              </a:spcAft>
              <a:defRPr sz="1800"/>
            </a:pPr>
            <a:r>
              <a:t>Use (2,1) during close-contact pushing or unstable progress</a:t>
            </a:r>
          </a:p>
          <a:p>
            <a:pPr>
              <a:spcAft>
                <a:spcPts val="800"/>
              </a:spcAft>
              <a:defRPr sz="1800"/>
            </a:pPr>
            <a:r>
              <a:t>Goal: keep compute fixed while moving reactivity to high-risk phases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Joint score: 0.937</a:t>
            </a:r>
          </a:p>
          <a:p>
            <a:pPr>
              <a:spcAft>
                <a:spcPts val="800"/>
              </a:spcAft>
              <a:defRPr sz="1800"/>
            </a:pPr>
            <a:r>
              <a:t>Best fixed B=2 score: 0.925</a:t>
            </a:r>
          </a:p>
          <a:p>
            <a:pPr>
              <a:spcAft>
                <a:spcPts val="800"/>
              </a:spcAft>
              <a:defRPr sz="1800"/>
            </a:pPr>
            <a:r>
              <a:t>Policy calls: 90.8 vs 120.0</a:t>
            </a:r>
          </a:p>
          <a:p>
            <a:pPr>
              <a:spcAft>
                <a:spcPts val="800"/>
              </a:spcAft>
              <a:defRPr sz="1800"/>
            </a:pPr>
            <a:r>
              <a:t>Smoothness cost: 0.271 vs 0.444</a:t>
            </a:r>
          </a:p>
        </p:txBody>
      </p:sp>
      <p:pic>
        <p:nvPicPr>
          <p:cNvPr id="4" name="Picture 3" descr="main_comparis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225258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Phase-Wise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Free-space approach tolerates longer chunks</a:t>
            </a:r>
          </a:p>
          <a:p>
            <a:pPr>
              <a:spcAft>
                <a:spcPts val="800"/>
              </a:spcAft>
              <a:defRPr sz="1800"/>
            </a:pPr>
            <a:r>
              <a:t>Contact pushing needs frequent replanning</a:t>
            </a:r>
          </a:p>
          <a:p>
            <a:pPr>
              <a:spcAft>
                <a:spcPts val="800"/>
              </a:spcAft>
              <a:defRPr sz="1800"/>
            </a:pPr>
            <a:r>
              <a:t>Near-goal alignment benefits from smoother denoised chunks</a:t>
            </a:r>
          </a:p>
        </p:txBody>
      </p:sp>
      <p:pic>
        <p:nvPicPr>
          <p:cNvPr id="4" name="Picture 3" descr="phase_wis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33467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Improvement numbers are from the surrogate, not official benchmark rollouts</a:t>
            </a:r>
          </a:p>
          <a:p>
            <a:pPr>
              <a:spcAft>
                <a:spcPts val="800"/>
              </a:spcAft>
              <a:defRPr sz="1800"/>
            </a:pPr>
            <a:r>
              <a:t>Official run uses compatibility patches and scores below checkpoint filename</a:t>
            </a:r>
          </a:p>
          <a:p>
            <a:pPr>
              <a:spcAft>
                <a:spcPts val="800"/>
              </a:spcAft>
              <a:defRPr sz="1800"/>
            </a:pPr>
            <a:r>
              <a:t>LeRobot checkpoint path is executable but not SHA-verified</a:t>
            </a:r>
          </a:p>
          <a:p>
            <a:pPr>
              <a:spcAft>
                <a:spcPts val="800"/>
              </a:spcAft>
              <a:defRPr sz="1800"/>
            </a:pPr>
            <a:r>
              <a:t>B=k/h is an approximate compute model</a:t>
            </a:r>
          </a:p>
          <a:p>
            <a:pPr>
              <a:spcAft>
                <a:spcPts val="800"/>
              </a:spcAft>
              <a:defRPr sz="1800"/>
            </a:pPr>
            <a:r>
              <a:t>No real-robot validation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Denoising and replanning are coupled deployment decisions</a:t>
            </a:r>
          </a:p>
          <a:p>
            <a:pPr>
              <a:spcAft>
                <a:spcPts val="800"/>
              </a:spcAft>
              <a:defRPr sz="1800"/>
            </a:pPr>
            <a:r>
              <a:t>Best allocation changes by task phase</a:t>
            </a:r>
          </a:p>
          <a:p>
            <a:pPr>
              <a:spcAft>
                <a:spcPts val="800"/>
              </a:spcAft>
              <a:defRPr sz="1800"/>
            </a:pPr>
            <a:r>
              <a:t>A simple joint scheduler can improve the score-smoothness tradeoff under the same budget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